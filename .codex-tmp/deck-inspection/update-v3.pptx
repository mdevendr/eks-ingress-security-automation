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13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19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-sigs.github.io/aws-load-balancer-controller/latest/guide/ingress/annotation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ws.amazon.com/waf/latest/developerguide/shield-policies.html" TargetMode="External"/><Relationship Id="rId5" Type="http://schemas.openxmlformats.org/officeDocument/2006/relationships/hyperlink" Target="https://github.com/kubernetes-sigs/aws-load-balancer-controller/issues/4042" TargetMode="External"/><Relationship Id="rId4" Type="http://schemas.openxmlformats.org/officeDocument/2006/relationships/hyperlink" Target="https://aws.amazon.com/blogs/networking-and-content-delivery/aws-load-balancer-controller-adds-general-availability-support-for-kubernetes-gateway-api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8366760" y="0"/>
            <a:ext cx="182880" cy="68580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326880" y="278892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646920" y="3108960"/>
            <a:ext cx="914400" cy="914400"/>
          </a:xfrm>
          <a:prstGeom prst="ellipse">
            <a:avLst/>
          </a:prstGeom>
          <a:ln w="38100">
            <a:solidFill>
              <a:srgbClr val="5B4B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921240" y="3383280"/>
            <a:ext cx="365760" cy="365760"/>
          </a:xfrm>
          <a:prstGeom prst="ellipse">
            <a:avLst/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Update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Capability Progress &amp; the Gaps That Remain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5166360"/>
            <a:ext cx="146304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Devendran, Cloud Architect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650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linkedin.com/in/mahesh-devendran-83a3b214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update to the original EKS Ingress Security Automation deck  · 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Has Narrowed — It Hasn't Closed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85800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Since this architecture was designed, AWS and the Kubernetes ecosystem shipped native building blocks that cover part of the original gap: opt-in </a:t>
            </a:r>
            <a:r>
              <a:rPr lang="en-US" sz="1350" u="sng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WAF and Shield Advanced annotations</a:t>
            </a:r>
            <a:r>
              <a:rPr lang="en-US" sz="13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Ingress, and — as of March 2026 — a </a:t>
            </a:r>
            <a:r>
              <a:rPr lang="en-US" sz="1350" u="sng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Gateway API path with platform-enforced security configuration.</a:t>
            </a:r>
            <a:endParaRPr lang="en-US" sz="1350" u="sng" dirty="0">
              <a:solidFill>
                <a:srgbClr val="4472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sz="1350" dirty="0"/>
          </a:p>
          <a:p>
            <a:pPr marL="0" indent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None of that touches Route 53 health-check lifecycle, AWS Shield Response Team (SRT) Proactive Engagement enablement, or centralized WAF log routing to a SIEM. The automation still owns those end to end.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 confirmed, </a:t>
            </a:r>
            <a:r>
              <a:rPr lang="en-US" sz="1350" u="sng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still-open upstream bug</a:t>
            </a:r>
            <a:r>
              <a:rPr lang="en-US" sz="13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orphaned Shield Advanced protections left behind after an Ingress is deleted — validates the exact lifecycle risk this architecture was built to close.</a:t>
            </a:r>
          </a:p>
          <a:p>
            <a:pPr marL="0" indent="0">
              <a:lnSpc>
                <a:spcPct val="108000"/>
              </a:lnSpc>
              <a:buNone/>
            </a:pP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350" u="sng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Firewall Manager</a:t>
            </a:r>
            <a:r>
              <a:rPr lang="en-US" sz="13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offers a second native path for org-wide enforcement, but it trades away the spoke-account ownership model this solution was built around, and still doesn't reach Route 53, SRT, or SIEM logging.</a:t>
            </a:r>
          </a:p>
          <a:p>
            <a:pPr marL="0" indent="0">
              <a:lnSpc>
                <a:spcPct val="108000"/>
              </a:lnSpc>
              <a:buNone/>
            </a:pP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This update maps what changed, evaluates Firewall Manager as an alternative enforcement layer, and proposes how the architecture should evolve to absorb native capability instead of duplicating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0" y="160020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0" y="170992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0" y="16002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capability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since design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3227832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0" y="3337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8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44000" y="322783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open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bug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4855464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0" y="49651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B4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144000" y="4855464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coverage of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/ SRT / SIEM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Architecture Update — July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u="sng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Original Architecture, in Brief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47872" cy="4160520"/>
          </a:xfrm>
          <a:prstGeom prst="roundRect">
            <a:avLst>
              <a:gd name="adj" fmla="val 2062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47872" cy="82296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90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Ingress monitored by the AWS Load Balancer Controller and ExternalDNS.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creates the ALB; ExternalDNS adds the Route 53 alias record.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by design — but the ALB isn't protected against external threats by default.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47872" cy="4160520"/>
          </a:xfrm>
          <a:prstGeom prst="roundRect">
            <a:avLst>
              <a:gd name="adj" fmla="val 2062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47872" cy="82296"/>
          </a:xfrm>
          <a:prstGeom prst="rect">
            <a:avLst/>
          </a:prstGeom>
          <a:solidFill>
            <a:srgbClr val="B84B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53712" y="192024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3712" y="2468880"/>
            <a:ext cx="3090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fix: a manual follow-on pipeline to attach WAF, enable Shield Advanced, and configure health checks.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hours of governance per deployment, per application team, per customer.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SRT engagement, no centralized logging — SOC had zero visibility.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47872" cy="4160520"/>
          </a:xfrm>
          <a:prstGeom prst="roundRect">
            <a:avLst>
              <a:gd name="adj" fmla="val 2062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101584" y="1691640"/>
            <a:ext cx="3547872" cy="82296"/>
          </a:xfrm>
          <a:prstGeom prst="rect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330184" y="192024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30184" y="2468880"/>
            <a:ext cx="3090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→ EventBridge → Lambda attaches every control the moment the ALB exists.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in ~10 seconds instead of 2+ hours, with zero additional pipeline runs.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cleanup and a full DynamoDB audit trail when the ALB is deleted.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Architecture Update — July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u="sng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Capability Timeline Since This Was Architected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11064240" cy="0"/>
          </a:xfrm>
          <a:prstGeom prst="line">
            <a:avLst/>
          </a:prstGeom>
          <a:noFill/>
          <a:ln w="25400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66344" y="3666744"/>
            <a:ext cx="164592" cy="16459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flipV="1">
            <a:off x="548640" y="2331720"/>
            <a:ext cx="0" cy="1335024"/>
          </a:xfrm>
          <a:prstGeom prst="line">
            <a:avLst/>
          </a:prstGeom>
          <a:noFill/>
          <a:ln w="12700">
            <a:solidFill>
              <a:srgbClr val="DAD6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82880" y="1417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691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Advanced adds automatic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app-layer DDoS mitigation for ALB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79192" y="3666744"/>
            <a:ext cx="164592" cy="16459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61488" y="3831336"/>
            <a:ext cx="0" cy="420624"/>
          </a:xfrm>
          <a:prstGeom prst="line">
            <a:avLst/>
          </a:prstGeom>
          <a:noFill/>
          <a:ln w="12700">
            <a:solidFill>
              <a:srgbClr val="DAD6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824228" y="4279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4228" y="455371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Controller ships opt-in annotations: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wafv2-acl-arn &amp; shield-advanced-protection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92040" y="3666744"/>
            <a:ext cx="164592" cy="16459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 flipV="1">
            <a:off x="4974336" y="2331720"/>
            <a:ext cx="0" cy="1335024"/>
          </a:xfrm>
          <a:prstGeom prst="line">
            <a:avLst/>
          </a:prstGeom>
          <a:noFill/>
          <a:ln w="12700">
            <a:solidFill>
              <a:srgbClr val="DAD6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037076" y="1417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37076" y="1691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 adds automatic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application-layer DDoS protection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04888" y="3666744"/>
            <a:ext cx="164592" cy="16459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187184" y="3831336"/>
            <a:ext cx="0" cy="420624"/>
          </a:xfrm>
          <a:prstGeom prst="line">
            <a:avLst/>
          </a:prstGeom>
          <a:noFill/>
          <a:ln w="12700">
            <a:solidFill>
              <a:srgbClr val="DAD6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249924" y="4279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9924" y="455371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Load Balancer Controller reaches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for Gateway API (v3.0) — WAF/Shield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into LoadBalancerConfiguration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17736" y="3666744"/>
            <a:ext cx="164592" cy="16459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 flipV="1">
            <a:off x="9400032" y="2331720"/>
            <a:ext cx="0" cy="1335024"/>
          </a:xfrm>
          <a:prstGeom prst="line">
            <a:avLst/>
          </a:prstGeom>
          <a:noFill/>
          <a:ln w="12700">
            <a:solidFill>
              <a:srgbClr val="DAD6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462772" y="1417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62772" y="1691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Anti-DDoS Managed Rule Group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default, superseding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Layer-7 Auto Mitigation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530584" y="3666744"/>
            <a:ext cx="164592" cy="16459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612880" y="3831336"/>
            <a:ext cx="0" cy="420624"/>
          </a:xfrm>
          <a:prstGeom prst="line">
            <a:avLst/>
          </a:prstGeom>
          <a:noFill/>
          <a:ln w="12700">
            <a:solidFill>
              <a:srgbClr val="DAD6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0131552" y="4279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31552" y="455371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Auto Mode's managed controller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Shield Advanced annotation support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D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whole time: GitHub issue #4042 — orphaned Shield Advanced protections after Ingress deletion — opened Feb 2025, still open today.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Architecture Update — July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KUBERNETES / EKS PROGRESS</a:t>
            </a:r>
            <a:endParaRPr lang="en-US" sz="1200" u="sng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Gaps Still Exist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EAE8"/>
          </a:solidFill>
          <a:ln w="9525">
            <a:solidFill>
              <a:srgbClr val="B84B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health-check lifecycle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annotation, no CRD field, in Ingress or Gateway API. The controller has never touched Route 53.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EAE8"/>
          </a:solidFill>
          <a:ln w="9525">
            <a:solidFill>
              <a:srgbClr val="B84B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37960" y="1755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 Proactive Engagement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AWS Shield Response Team engagement is a separate AWS Support–level action — no automation path exists.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EAE8"/>
          </a:solidFill>
          <a:ln w="9525">
            <a:solidFill>
              <a:srgbClr val="B84B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321868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WAF logging → SIEM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Ingress annotations nor Gateway API route WAF logs anywhere; no native Kinesis/Sentinel equivalent.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309360" y="31089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EAE8"/>
          </a:solidFill>
          <a:ln w="9525">
            <a:solidFill>
              <a:srgbClr val="B84B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537960" y="321868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without migration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5661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annotations stay opt-in indefinitely. Gateway API's enforcement only applies once workloads move off Ingress.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EAE8"/>
          </a:solidFill>
          <a:ln w="9525">
            <a:solidFill>
              <a:srgbClr val="B84B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77240" y="46817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cleanup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bug: Shield Advanced protections are not removed when an Ingress is deleted (#4042, open). Gateway API's delete path is new and unproven at scale.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09360" y="45720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EAE8"/>
          </a:solidFill>
          <a:ln w="9525">
            <a:solidFill>
              <a:srgbClr val="B84B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537960" y="46817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Per-resource audit trail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502920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DynamoDB-equivalent state store; Gateway API exposes status fields, not a queryable compliance record.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Architecture Update — July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AWS FIREWALL MANAGER</a:t>
            </a:r>
            <a:endParaRPr lang="en-US" sz="1200" u="sng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Native Path — And Its Limits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5F3EA"/>
          </a:solidFill>
          <a:ln w="9525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Advanced policy + WAF policy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protection onto every in-scope ALB across an AWS Organization automatically — including new resources as they're created.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manages WAF rule groups from one delegated admin account.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per-Ingress annotation, no per-team action required.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D7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Falls Short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AWS Organizations + a delegated admin account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with this architecture's spoke-account ownership model.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Route 53 health checks, no SRT engagement automation, no SIEM log routing.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Coarser, policy-level audit trail than a per-deployment DynamoDB record.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mechanics and the complete gap list: see Appendix.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Architecture Update — 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Options vs. the EDA Solution</a:t>
            </a:r>
            <a:endParaRPr lang="en-US" sz="2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7548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(LoadBalancerConfig)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 WebACL attachment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Shield Advanced attachment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by default (no opt-in)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D7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53 health-check 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SRT Proactive 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WAF logging → SIEM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D7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deletion / orphan cleanup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D7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D7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Per-resource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D7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D7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spoke-owned account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“Partial” cleanup on Ingress annotations reflects GitHub issue #4042 (open); “Partial” on Gateway API reflects an unproven, newer delete path.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Appendix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200" u="sng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Evolved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duplicating what's now native — owns only what nothing else covers.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create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event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2331720"/>
            <a:ext cx="411480" cy="0"/>
          </a:xfrm>
          <a:prstGeom prst="line">
            <a:avLst/>
          </a:prstGeom>
          <a:noFill/>
          <a:ln w="19050">
            <a:solidFill>
              <a:srgbClr val="9A97A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3794760" cy="1920240"/>
          </a:xfrm>
          <a:prstGeom prst="roundRect">
            <a:avLst>
              <a:gd name="adj" fmla="val 3810"/>
            </a:avLst>
          </a:prstGeom>
          <a:solidFill>
            <a:srgbClr val="E5F3EA"/>
          </a:solidFill>
          <a:ln w="9525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154680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Baseline — Native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2249424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API LoadBalancerConfiguration (preferred, once migrated)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AWS Firewall Manager Shield/WAF policy (legacy Ingress fleets)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WAF attach, Shield Advanced attach, org-wide default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86600" y="1783080"/>
            <a:ext cx="4434840" cy="1920240"/>
          </a:xfrm>
          <a:prstGeom prst="roundRect">
            <a:avLst>
              <a:gd name="adj" fmla="val 3810"/>
            </a:avLst>
          </a:prstGeom>
          <a:solidFill>
            <a:srgbClr val="E8EEF9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0" y="19019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Gap-Filler Layer — EDA Lambda (slimmed)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2249424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health check create / delete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 Proactive Engagement enablement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 trail + Kinesis → S3 → Sentinel logging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8888" y="3703320"/>
            <a:ext cx="0" cy="274320"/>
          </a:xfrm>
          <a:prstGeom prst="line">
            <a:avLst/>
          </a:prstGeom>
          <a:noFill/>
          <a:ln w="19050">
            <a:solidFill>
              <a:srgbClr val="9A97A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299448" y="3703320"/>
            <a:ext cx="0" cy="274320"/>
          </a:xfrm>
          <a:prstGeom prst="line">
            <a:avLst/>
          </a:prstGeom>
          <a:noFill/>
          <a:ln w="19050">
            <a:solidFill>
              <a:srgbClr val="9A97A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926080" y="402336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DE9F5"/>
          </a:solidFill>
          <a:ln w="9525">
            <a:solidFill>
              <a:srgbClr val="5B4B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154680" y="40233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Loop — compares desired vs. actual state across all four systems and repairs drift or orphans on a schedule (detail: Appendix)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23760" y="4937760"/>
            <a:ext cx="0" cy="274320"/>
          </a:xfrm>
          <a:prstGeom prst="line">
            <a:avLst/>
          </a:prstGeom>
          <a:noFill/>
          <a:ln w="19050">
            <a:solidFill>
              <a:srgbClr val="9A97A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926080" y="525780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154680" y="52578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governed ALB — WAF, Shield, Route 53 health check, SRT engagement, SIEM visibility, audit trail — regardless of which layer set each control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Architecture Update — July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Roadmap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6E6E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2697480" cy="3547872"/>
          </a:xfrm>
          <a:prstGeom prst="roundRect">
            <a:avLst>
              <a:gd name="adj" fmla="val 2712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covers everything: WAF, Shield, Route 53 health checks, SRT engagement, logging, cleanup. No change required.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264408" y="3712464"/>
            <a:ext cx="164592" cy="164592"/>
          </a:xfrm>
          <a:prstGeom prst="ellipse">
            <a:avLst/>
          </a:prstGeom>
          <a:solidFill>
            <a:srgbClr val="9A97A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447288" y="17373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47288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47288" y="2304288"/>
            <a:ext cx="2697480" cy="3547872"/>
          </a:xfrm>
          <a:prstGeom prst="roundRect">
            <a:avLst>
              <a:gd name="adj" fmla="val 2712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30168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0168" y="28803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Gateway API LoadBalancerConfiguration for new workloads. EDA drops WAF/Shield attach for those workloads, keeps everything else.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163056" y="3712464"/>
            <a:ext cx="164592" cy="164592"/>
          </a:xfrm>
          <a:prstGeom prst="ellipse">
            <a:avLst/>
          </a:prstGeom>
          <a:solidFill>
            <a:srgbClr val="9A97A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345936" y="17373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345936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45936" y="2304288"/>
            <a:ext cx="2697480" cy="3547872"/>
          </a:xfrm>
          <a:prstGeom prst="roundRect">
            <a:avLst>
              <a:gd name="adj" fmla="val 2712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528816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4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8816" y="28803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Firewall Manager as an org-wide baseline for workloads that stay on Ingress longer-term. Weigh against the spoke-ownership trade-off.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061704" y="3712464"/>
            <a:ext cx="164592" cy="164592"/>
          </a:xfrm>
          <a:prstGeom prst="ellipse">
            <a:avLst/>
          </a:prstGeom>
          <a:solidFill>
            <a:srgbClr val="9A97A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9244584" y="17373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244584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44584" y="2304288"/>
            <a:ext cx="2697480" cy="3547872"/>
          </a:xfrm>
          <a:prstGeom prst="roundRect">
            <a:avLst>
              <a:gd name="adj" fmla="val 2712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427464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State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27464" y="28803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becomes a slim gap-filler and reconciliation layer everywhere — Route 53, SRT, audit trail, SIEM logging, drift detection — regardless of Ingress vs. Gateway API.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Architecture Update — July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PERSPECTIVE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Changed Shape — It Didn't Disappear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2296" cy="1965960"/>
          </a:xfrm>
          <a:prstGeom prst="rect">
            <a:avLst/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4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Attachment is solved; lifecycle isn't.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gave every path a way to attach WAF and Shield. None of them guarantee clean removal, and the one bug report that tested it is still open.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82296" cy="1965960"/>
          </a:xfrm>
          <a:prstGeom prst="rect">
            <a:avLst/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583680" y="18562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4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still requires a choice.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annotations are opt-in forever. Gateway API and Firewall Manager both enforce defaults — but each asks you to give something up: a migration, or account-level ownership.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82296" cy="1965960"/>
          </a:xfrm>
          <a:prstGeom prst="rect">
            <a:avLst/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40507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4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was never in scope natively.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health checks, SRT engagement, and SIEM log routing have no native home in any option evaluated here.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309360" y="3886200"/>
            <a:ext cx="82296" cy="1965960"/>
          </a:xfrm>
          <a:prstGeom prst="rect">
            <a:avLst/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583680" y="40507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4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architecture's job is shifting, not disappearing.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'do everything' to 'own what nothing else covers, and reconcile the rest.' That's a smaller, more defensible footprint — not a smaller mission.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Architecture Update — July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52A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3736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73736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Devendran, Cloud Architect  ·  linkedin.com/in/mahesh-devendran-83a3b214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3736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github.com/mdevendr/eks-ingress-security-automation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4846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7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slides follow — field-level detail, Firewall Manager mechanics, drift-detection design, and updated success measures.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52A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37360" y="2606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73736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for Q&amp;A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4114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E3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API — field-by-field mapping and sample YAML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E3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Firewall Manager — full mechanics and gap list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E3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Drift-detection &amp; reconciliation design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E3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success-measures table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KUBERNETES / EKS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Now Covered Natively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4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 Annotations (opt-in)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alb.ingress.kubernetes.io/wafv2-acl-arn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a WAFv2 WebACL to the ALB the controller provisions.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alb.ingress.kubernetes.io/shield-advanced-protection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 Shield Advanced protection for that ALB.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per-Ingress, set by the application team deploying it — not enforced by a platform.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4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API — GA since March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LoadBalancerConfiguration CRD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wafV2 and shieldConfiguration.enabled fields, set at the Gateway / GatewayClass level.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platform team, not the application team — enforced through Kubernetes RBAC, not convention.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 create Routes; they cannot opt out of the security baseline the platform defines.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WAF and Shield attachment can be made a platform default instead of a per-team choice — if an org migrates from Ingress to Gateway API.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Appendix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KUBERNETES / EKS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API — Field-by-Field Mapping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directly from the controller's CRD schema (gateway-crds.yaml) — not the marketing description.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5720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2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EDA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API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 ALB with WAF WebACL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LoadBalancerConfiguration.spec.wafV2.webACL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ALB with Shield Advanced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LoadBalancerConfiguration.spec.shieldConfiguration.enabled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Shield automatic 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field — inherited AWS behavior; still needs a rate-based WAF rule in block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D7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SRT Proactive 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field in any of the three CRDs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Route 53 health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field in any of the three CRDs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health checks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TargetGroupConfiguration.spec.defaultConfiguration.healthCheckConfig — ALB→pod check, not Route 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D7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WAF logging → SIEM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field; loadBalancerAttributes only covers ALB access logs to S3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 /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 status subresource — a live state, not a queryable history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Tag-driven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LoadBalancerConfiguration.spec.tags — covers the WAF/Shield half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D7C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Appendix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KUBERNETES / EKS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to Get Right Before You Rely On This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platform-owned LoadBalancerConfiguration, in full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760720" cy="4526280"/>
          </a:xfrm>
          <a:prstGeom prst="roundRect">
            <a:avLst>
              <a:gd name="adj" fmla="val 1616"/>
            </a:avLst>
          </a:prstGeom>
          <a:solidFill>
            <a:srgbClr val="352A54"/>
          </a:solidFill>
          <a:ln w="9525">
            <a:solidFill>
              <a:srgbClr val="352A5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gateway.k8s.aws/v1beta1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LoadBalancerConfiguration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platform-baseline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platform-gateways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wafV2: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webACL: arn:aws:wafv2:us-east-1:1111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22223333:regional/webacl/prod-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baseline/abc123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shieldConfiguration: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enabled: true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loadBalancerAttributes: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key: access_logs.s3.enabled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"true"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key: access_logs.s3.bucket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prod-alb-access-logs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owner: platform-team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production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mergingMode: prefer-gateway-class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37960" y="1645920"/>
            <a:ext cx="5120640" cy="2212848"/>
          </a:xfrm>
          <a:prstGeom prst="roundRect">
            <a:avLst>
              <a:gd name="adj" fmla="val 3306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766560" y="18105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D7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runs through RBAC, not the CRD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3317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 attached to a GatewayClass only wins over one attached to a Gateway if mergingMode: prefer-gateway-class is set. Otherwise — or if app teams can create Gateway objects, not just Routes — they can still attach their own config and override the platform baseline. The real enforcement boundary is who can create Gateway resources, not the existence of the field.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3959352"/>
            <a:ext cx="5120640" cy="2212848"/>
          </a:xfrm>
          <a:prstGeom prst="roundRect">
            <a:avLst>
              <a:gd name="adj" fmla="val 3306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766560" y="41239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D7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health-check field is a false friend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4645152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TargetGroupConfiguration.healthCheckConfig governs whether the ALB routes traffic to a healthy pod — the same thing Ingress annotations already did. It has nothing to do with the public DNS-failover health check Route 53 needs for SRT readiness. That gap is total: zero fields, zero annotations, anywhere in the controller.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Appendix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AWS FIREWALL MANAGER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Native Path: Org-Wide Enforcement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49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Advanced policy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auto-remediation on, Firewall Manager finds every in-scope ALB across the organization that isn't protected, associates an empty WAF WebACL if needed, and enrolls it in Shield Advanced automatically — including new resources as they're created.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policy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manages WAF rule groups across every member account from a single place, via AWS Organizations.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application-layer DDoS mitigation still requires a WAF web ACL with a rate-based rule in block mode to actually trigger.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17220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6FB"/>
          </a:solidFill>
          <a:ln w="9525">
            <a:solidFill>
              <a:srgbClr val="DAD6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35508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Organizations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63840" y="21488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DE9F5"/>
          </a:solidFill>
          <a:ln w="9525">
            <a:solidFill>
              <a:srgbClr val="5B4B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86384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Manager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(delegated admin)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0" y="2834640"/>
            <a:ext cx="1783080" cy="685800"/>
          </a:xfrm>
          <a:prstGeom prst="line">
            <a:avLst/>
          </a:prstGeom>
          <a:noFill/>
          <a:ln w="12700">
            <a:solidFill>
              <a:srgbClr val="DAD6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46520" y="35204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8EEF9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46520" y="3520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32520" y="2834640"/>
            <a:ext cx="182880" cy="685800"/>
          </a:xfrm>
          <a:prstGeom prst="line">
            <a:avLst/>
          </a:prstGeom>
          <a:noFill/>
          <a:ln w="12700">
            <a:solidFill>
              <a:srgbClr val="DAD6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046720" y="35204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8EEF9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046720" y="3520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15400" y="2834640"/>
            <a:ext cx="1417320" cy="685800"/>
          </a:xfrm>
          <a:prstGeom prst="line">
            <a:avLst/>
          </a:prstGeom>
          <a:noFill/>
          <a:ln w="12700">
            <a:solidFill>
              <a:srgbClr val="DAD6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646920" y="35204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8EEF9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646920" y="3520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4617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E5F3EA"/>
          </a:solidFill>
          <a:ln w="9525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537960" y="4617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pushes WAF WebACL + Shield Advanced onto every ALB in scope — no per-Ingress annotation, no per-team action required.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Appendix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AWS FIREWALL MANAGER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Firewall Manager Falls Short 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D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with spoke-account ownership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AWS Organizations + a delegated Firewall Manager admin account — the centralized model this architecture deliberately avoided (see original Architectural Considerations).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37960" y="1755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D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Route 53 health checks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Manager policies cover WAF and Shield only. DNS failover health checks remain entirely outside its scope.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321868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D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SRT Proactive Engagement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Enrolling in Shield Advanced protection is not the same as enabling SRT engagement — that remains a manual, per-account AWS Support action.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309360" y="31089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537960" y="321868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D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 log routing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56616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Manager has its own compliance dashboard, not a Kinesis-style pipeline into Sentinel or another SIEM.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77240" y="46817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D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audit granularity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Policy-level compliance status, not a per-deployment, per-event record — a weaker fit for CAB-style evidence per release.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09360" y="45720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F1DE"/>
          </a:solidFill>
          <a:ln w="9525">
            <a:solidFill>
              <a:srgbClr val="AD7C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537960" y="46817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D7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WAF rule requirement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502920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app-layer mitigation only activates once a rate-based rule is added in block mode — one more thing to standardize centrally.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Appendix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NEW CAPABILITY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Detection &amp; Reconciliation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answers two open problems: the unresolved Shield Advanced cleanup bug (#4042), and the drift-detection work the original deck flagged as future scope.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EventBridge Scheduler rule runs a lightweight Lambda on a fixed interval (proposed: every 6 hours).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DynamoDB table of ALBs that should be protected, then queries live state: Shield Advanced protections, WAF associations, Route 53 health checks.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orphaned, drifted, or missing an SRT engagement flag is auto-remediated or, where remediation isn't safe, flagged to the SOC.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safety net, not a replacement for event-driven enforcement — it exists because event delivery, controller bugs, and manual changes can all cause silent drift.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note: “desired state” means protection attachment, not WAF rule content — realigning rules to current traffic patterns is a separate, uncovered concern.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0" y="16916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7F6FB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583680" y="1947672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5836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1810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0" y="2167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every 6h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2651760"/>
            <a:ext cx="0" cy="182880"/>
          </a:xfrm>
          <a:prstGeom prst="line">
            <a:avLst/>
          </a:prstGeom>
          <a:noFill/>
          <a:ln w="15875">
            <a:solidFill>
              <a:srgbClr val="9A97A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400800" y="28346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7F6FB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583680" y="3090672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8368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Lambda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3310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DynamoDB desired 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3794760"/>
            <a:ext cx="0" cy="182880"/>
          </a:xfrm>
          <a:prstGeom prst="line">
            <a:avLst/>
          </a:prstGeom>
          <a:noFill/>
          <a:ln w="15875">
            <a:solidFill>
              <a:srgbClr val="9A97A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400800" y="39776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7F6FB"/>
          </a:solidFill>
          <a:ln w="9525">
            <a:solidFill>
              <a:srgbClr val="5B4B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83680" y="4233672"/>
            <a:ext cx="457200" cy="457200"/>
          </a:xfrm>
          <a:prstGeom prst="ellipse">
            <a:avLst/>
          </a:prstGeom>
          <a:solidFill>
            <a:srgbClr val="5B4B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58368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4096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Live State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4453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· WAF · Route 53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4937760"/>
            <a:ext cx="0" cy="182880"/>
          </a:xfrm>
          <a:prstGeom prst="line">
            <a:avLst/>
          </a:prstGeom>
          <a:noFill/>
          <a:ln w="15875">
            <a:solidFill>
              <a:srgbClr val="9A97A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400800" y="51206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7F6FB"/>
          </a:solidFill>
          <a:ln w="9525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583680" y="5376672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58368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5239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or Alert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5596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Auto-fix, or notify SOC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Appendix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4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UPDATED MEASURES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Measures — Then, Native Today, and With the EDA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480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· IaC (Original)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(Annotations / Gateway API)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Immediate, if annotated / migrated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(~10 seconds)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SRT proactive 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53 health checks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/ SIEM visibility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without opt-in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migrated to Gateway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 on deletion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scripting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Buggy / unproven (#4042)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spoke-owned accounts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(annotations); Yes (Gateway API)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Ingress Security Automation  |  Appendix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2785</Words>
  <Application>Microsoft Office PowerPoint</Application>
  <PresentationFormat>Widescreen</PresentationFormat>
  <Paragraphs>407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 Ingress Security Automation — Architecture Update</dc:title>
  <dc:subject>PptxGenJS Presentation</dc:subject>
  <dc:creator>Mahesh Devendran</dc:creator>
  <cp:lastModifiedBy>Mahesh Devendran</cp:lastModifiedBy>
  <cp:revision>6</cp:revision>
  <dcterms:created xsi:type="dcterms:W3CDTF">2026-07-21T20:25:22Z</dcterms:created>
  <dcterms:modified xsi:type="dcterms:W3CDTF">2026-07-22T10:24:03Z</dcterms:modified>
</cp:coreProperties>
</file>